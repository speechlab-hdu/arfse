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3DEDB1-BEB0-E7EF-8E67-F57C132473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BA07F78-DF79-17A2-DB5B-BA3A8973F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834FA4-C209-2887-46D5-DD6BD07FA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AF1D3-8306-4B07-9FD3-AA8FA83997A9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DF88C7-60F4-5470-DC26-E39BCE2ED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035E7A-6F76-12E8-A738-AFE39D772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8EEAC-E0FA-455D-B421-D9834FA682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612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A79DF9-DAF1-416A-1186-70BC81387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1DD259-8946-FD21-81C9-12EEDACCC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C7EC0B-CE56-F2F7-1249-725CA6350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AF1D3-8306-4B07-9FD3-AA8FA83997A9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AA5060-4E34-2B0E-911E-C035C1B35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35779F-0F90-DCB7-3723-FD8974104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8EEAC-E0FA-455D-B421-D9834FA682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265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F8A460-23B5-D6D8-9A11-E889E3253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365BC8-CC7C-47EF-02F0-012C53F3A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EF9103-9773-4A89-AF05-2AF61319B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AF1D3-8306-4B07-9FD3-AA8FA83997A9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7A9458-A56B-BAEF-28AF-57B7D8C9A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83F594-3702-B633-C0DE-6D3F6470B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8EEAC-E0FA-455D-B421-D9834FA682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155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C4687D-B368-9150-F6AA-E61032C7B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F3A5D5-0FFF-C3A3-308B-186230E6EF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99E243-9844-97A6-D00B-EC0F14400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4EC865-4787-E5A3-65B0-FD16EF039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AF1D3-8306-4B07-9FD3-AA8FA83997A9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A118C0-A0E9-E527-A7D4-C2C66D9AA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02819C-CFE5-EC84-2BF3-0E9392B5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8EEAC-E0FA-455D-B421-D9834FA682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7068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C9C535-AE93-18B5-DD85-02BD443F7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C1E1D-F380-5E67-E599-67E5F294F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4FF223-4AD3-C65C-923C-9B8A8E6D02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EEED530-B647-BE16-C2F6-AE21EEEB17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D48C58F-98A2-30C1-064C-AEE348E9A7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6FF6051-652C-C5ED-F94B-CE457B82A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AF1D3-8306-4B07-9FD3-AA8FA83997A9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77CB543-09A6-0B61-C68C-AC4299B22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BC5C780-5D39-7E0A-27E3-074ABE353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8EEAC-E0FA-455D-B421-D9834FA682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6770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755B96-EA5D-F3FC-7D1E-DB2DCFF9C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C72228C-E677-5F2D-78A5-2A71EAE32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AF1D3-8306-4B07-9FD3-AA8FA83997A9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0130210-1225-CDD8-1D48-88937BFC3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3699B73-0631-08C3-E2E9-7F25125F4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8EEAC-E0FA-455D-B421-D9834FA682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257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D5B6A3F-1E1E-B6E3-7E3B-9D683CF1A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AF1D3-8306-4B07-9FD3-AA8FA83997A9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CF88F4C-395F-F1D3-F4CF-CCA215747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59A5FB-C4E1-DF16-6C30-4982F036D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8EEAC-E0FA-455D-B421-D9834FA682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471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42BEFF-2FC4-D5B5-CBA7-9153B9BE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FFF8C7-06E4-21E2-F7D9-101E78EF9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1B32C8-BDE3-CBDD-6D78-16E8F0474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2E0089-9271-7CC5-952B-9B9D64D9B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AF1D3-8306-4B07-9FD3-AA8FA83997A9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83165F-0460-F13E-8707-8D1EA88EB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FAB580-D1D0-2847-F999-7DBEDCB7D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8EEAC-E0FA-455D-B421-D9834FA682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3037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0DF367-7A81-66E2-E573-3710C2F0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B30ED0A-1EBA-DA0F-456B-8DA52C8FE4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3B2D10-D9E3-1EDC-89A1-5E541816F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67B0B4-EFC1-DD3F-A407-C8628B74C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AF1D3-8306-4B07-9FD3-AA8FA83997A9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0D3D04-C8BF-58BD-9423-A00DC21A0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08C44F-8681-EAF5-FD83-6929AF7A2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8EEAC-E0FA-455D-B421-D9834FA682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728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5C278E-26DD-F7D5-2372-B314DEAE0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E896F40-7790-3029-14D5-42EBCC50E1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2072CD-3149-1103-15AC-DAD18E75A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AF1D3-8306-4B07-9FD3-AA8FA83997A9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A6DCAF-CD1B-98DC-9205-CCFC8A8CA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92614F-7F30-2A1B-56F4-31E2CE91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8EEAC-E0FA-455D-B421-D9834FA682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5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0C415DF-D17F-615C-98D6-68000AAFA2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4FC71B-752C-2C66-DF77-DBF113C2A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56A877-C03F-339C-D9F9-F95A57F2A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AF1D3-8306-4B07-9FD3-AA8FA83997A9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D844E0-49DF-E05A-188C-E6263E5AB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F0B8F3-82C1-127D-69FF-318BFB01C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8EEAC-E0FA-455D-B421-D9834FA682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119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ADB6F6E-B161-A204-5BEC-73DC71367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1528BA-B4F0-D17F-38A9-21329E730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0CE985-123B-EC7C-3447-7A563AC0A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7AF1D3-8306-4B07-9FD3-AA8FA83997A9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D31435-CFD3-C259-FEF4-E63C057D0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26B46A-90E0-387D-3E2A-233F26CD10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08EEAC-E0FA-455D-B421-D9834FA682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78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61.png"/><Relationship Id="rId3" Type="http://schemas.openxmlformats.org/officeDocument/2006/relationships/image" Target="../media/image470.png"/><Relationship Id="rId21" Type="http://schemas.openxmlformats.org/officeDocument/2006/relationships/image" Target="../media/image69.png"/><Relationship Id="rId7" Type="http://schemas.openxmlformats.org/officeDocument/2006/relationships/image" Target="../media/image51.pn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" Type="http://schemas.openxmlformats.org/officeDocument/2006/relationships/image" Target="../media/image48.png"/><Relationship Id="rId16" Type="http://schemas.openxmlformats.org/officeDocument/2006/relationships/image" Target="../media/image64.png"/><Relationship Id="rId20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9.png"/><Relationship Id="rId5" Type="http://schemas.openxmlformats.org/officeDocument/2006/relationships/image" Target="../media/image49.png"/><Relationship Id="rId15" Type="http://schemas.openxmlformats.org/officeDocument/2006/relationships/image" Target="../media/image63.png"/><Relationship Id="rId10" Type="http://schemas.openxmlformats.org/officeDocument/2006/relationships/image" Target="../media/image58.png"/><Relationship Id="rId19" Type="http://schemas.openxmlformats.org/officeDocument/2006/relationships/image" Target="../media/image67.png"/><Relationship Id="rId4" Type="http://schemas.openxmlformats.org/officeDocument/2006/relationships/image" Target="../media/image480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Relationship Id="rId22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629403C-4A5D-6F9A-CD14-04D240436808}"/>
              </a:ext>
            </a:extLst>
          </p:cNvPr>
          <p:cNvGrpSpPr/>
          <p:nvPr/>
        </p:nvGrpSpPr>
        <p:grpSpPr>
          <a:xfrm>
            <a:off x="1948582" y="1499765"/>
            <a:ext cx="4925676" cy="1502168"/>
            <a:chOff x="1948582" y="1499765"/>
            <a:chExt cx="4925676" cy="1502168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D56F02F8-A25F-6A8F-421A-7BEA3852B38C}"/>
                </a:ext>
              </a:extLst>
            </p:cNvPr>
            <p:cNvGrpSpPr/>
            <p:nvPr/>
          </p:nvGrpSpPr>
          <p:grpSpPr>
            <a:xfrm>
              <a:off x="1948582" y="1499765"/>
              <a:ext cx="1797080" cy="1498278"/>
              <a:chOff x="2053781" y="1386484"/>
              <a:chExt cx="1797080" cy="14982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文本框 54">
                    <a:extLst>
                      <a:ext uri="{FF2B5EF4-FFF2-40B4-BE49-F238E27FC236}">
                        <a16:creationId xmlns:a16="http://schemas.microsoft.com/office/drawing/2014/main" id="{ED72C0AE-15A9-F4E1-3C38-87FEB653CCC4}"/>
                      </a:ext>
                    </a:extLst>
                  </p:cNvPr>
                  <p:cNvSpPr txBox="1"/>
                  <p:nvPr/>
                </p:nvSpPr>
                <p:spPr>
                  <a:xfrm>
                    <a:off x="2278514" y="2449993"/>
                    <a:ext cx="1259578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Randomly sample a </a:t>
                    </a:r>
                    <a:r>
                      <a:rPr lang="en-US" altLang="zh-CN" sz="6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time step </a:t>
                    </a:r>
                    <a14:m>
                      <m:oMath xmlns:m="http://schemas.openxmlformats.org/officeDocument/2006/math">
                        <m:r>
                          <a:rPr lang="en-US" altLang="zh-CN" sz="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a14:m>
                    <a:endParaRPr lang="zh-CN" altLang="en-US" sz="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7" name="文本框 76">
                    <a:extLst>
                      <a:ext uri="{FF2B5EF4-FFF2-40B4-BE49-F238E27FC236}">
                        <a16:creationId xmlns:a16="http://schemas.microsoft.com/office/drawing/2014/main" id="{7C3FD84C-5CCA-804F-AABF-0C8C152B7B6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78514" y="2449993"/>
                    <a:ext cx="1259578" cy="184666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文本框 56">
                    <a:extLst>
                      <a:ext uri="{FF2B5EF4-FFF2-40B4-BE49-F238E27FC236}">
                        <a16:creationId xmlns:a16="http://schemas.microsoft.com/office/drawing/2014/main" id="{4ED53D85-096F-0480-BA8F-0A18E26363A7}"/>
                      </a:ext>
                    </a:extLst>
                  </p:cNvPr>
                  <p:cNvSpPr txBox="1"/>
                  <p:nvPr/>
                </p:nvSpPr>
                <p:spPr>
                  <a:xfrm>
                    <a:off x="2192543" y="2591964"/>
                    <a:ext cx="1259578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𝐸𝑢𝑙𝑒𝑟</m:t>
                          </m:r>
                        </m:oMath>
                      </m:oMathPara>
                    </a14:m>
                    <a:endParaRPr lang="zh-CN" altLang="en-US" sz="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1" name="文本框 80">
                    <a:extLst>
                      <a:ext uri="{FF2B5EF4-FFF2-40B4-BE49-F238E27FC236}">
                        <a16:creationId xmlns:a16="http://schemas.microsoft.com/office/drawing/2014/main" id="{F032875E-0F30-AC18-177C-767030B8EC6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92543" y="2591964"/>
                    <a:ext cx="1259578" cy="18466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8" name="直接箭头连接符 57">
                <a:extLst>
                  <a:ext uri="{FF2B5EF4-FFF2-40B4-BE49-F238E27FC236}">
                    <a16:creationId xmlns:a16="http://schemas.microsoft.com/office/drawing/2014/main" id="{F6E18448-928B-7789-6398-93F32D7BC1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86198" y="2460134"/>
                <a:ext cx="1080000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箭头连接符 58">
                <a:extLst>
                  <a:ext uri="{FF2B5EF4-FFF2-40B4-BE49-F238E27FC236}">
                    <a16:creationId xmlns:a16="http://schemas.microsoft.com/office/drawing/2014/main" id="{A5C2FEEF-60F0-C749-9F8D-B28695D5A2E8}"/>
                  </a:ext>
                </a:extLst>
              </p:cNvPr>
              <p:cNvCxnSpPr/>
              <p:nvPr/>
            </p:nvCxnSpPr>
            <p:spPr>
              <a:xfrm flipV="1">
                <a:off x="2391490" y="1386484"/>
                <a:ext cx="0" cy="108000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C54A1891-6489-2001-B638-3FD23467445B}"/>
                  </a:ext>
                </a:extLst>
              </p:cNvPr>
              <p:cNvCxnSpPr/>
              <p:nvPr/>
            </p:nvCxnSpPr>
            <p:spPr>
              <a:xfrm flipV="1">
                <a:off x="2396783" y="1681904"/>
                <a:ext cx="714295" cy="771881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4BAF63BC-54AC-B691-A9BC-9B2AD24928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6783" y="1685079"/>
                <a:ext cx="711120" cy="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FCCD10EF-E2C5-13CD-9342-13CF0A9C0B17}"/>
                  </a:ext>
                </a:extLst>
              </p:cNvPr>
              <p:cNvCxnSpPr/>
              <p:nvPr/>
            </p:nvCxnSpPr>
            <p:spPr>
              <a:xfrm>
                <a:off x="3107903" y="1681904"/>
                <a:ext cx="0" cy="771881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文本框 62">
                    <a:extLst>
                      <a:ext uri="{FF2B5EF4-FFF2-40B4-BE49-F238E27FC236}">
                        <a16:creationId xmlns:a16="http://schemas.microsoft.com/office/drawing/2014/main" id="{BF70C28F-7595-98FE-50E5-3DB0D8DCA1F1}"/>
                      </a:ext>
                    </a:extLst>
                  </p:cNvPr>
                  <p:cNvSpPr txBox="1"/>
                  <p:nvPr/>
                </p:nvSpPr>
                <p:spPr>
                  <a:xfrm>
                    <a:off x="2053781" y="1574441"/>
                    <a:ext cx="304880" cy="21544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oMath>
                      </m:oMathPara>
                    </a14:m>
                    <a:endParaRPr lang="zh-CN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3A0C99AB-0F4D-E58A-754F-36727D05D8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53781" y="1574441"/>
                    <a:ext cx="304880" cy="21544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8F7F928E-2A7A-23E5-665B-776B83AC0718}"/>
                      </a:ext>
                    </a:extLst>
                  </p:cNvPr>
                  <p:cNvSpPr txBox="1"/>
                  <p:nvPr/>
                </p:nvSpPr>
                <p:spPr>
                  <a:xfrm>
                    <a:off x="2093834" y="2375360"/>
                    <a:ext cx="304880" cy="21544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800" b="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7CA883FE-4068-A559-9D11-297DD2EE570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93834" y="2375360"/>
                    <a:ext cx="304880" cy="21544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文本框 64">
                    <a:extLst>
                      <a:ext uri="{FF2B5EF4-FFF2-40B4-BE49-F238E27FC236}">
                        <a16:creationId xmlns:a16="http://schemas.microsoft.com/office/drawing/2014/main" id="{690C1DCD-31C6-C477-1DCB-06CFEF9328C6}"/>
                      </a:ext>
                    </a:extLst>
                  </p:cNvPr>
                  <p:cNvSpPr txBox="1"/>
                  <p:nvPr/>
                </p:nvSpPr>
                <p:spPr>
                  <a:xfrm>
                    <a:off x="2070736" y="1944604"/>
                    <a:ext cx="304880" cy="21544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800" b="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68210F7D-706B-1D6C-853F-19D2977DD0B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70736" y="1944604"/>
                    <a:ext cx="304880" cy="21544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文本框 65">
                    <a:extLst>
                      <a:ext uri="{FF2B5EF4-FFF2-40B4-BE49-F238E27FC236}">
                        <a16:creationId xmlns:a16="http://schemas.microsoft.com/office/drawing/2014/main" id="{A787D57B-CD31-39D5-29D5-1CFAF416CF8A}"/>
                      </a:ext>
                    </a:extLst>
                  </p:cNvPr>
                  <p:cNvSpPr txBox="1"/>
                  <p:nvPr/>
                </p:nvSpPr>
                <p:spPr>
                  <a:xfrm>
                    <a:off x="2986284" y="1969468"/>
                    <a:ext cx="864577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800" b="0" dirty="0">
                      <a:solidFill>
                        <a:schemeClr val="tx1"/>
                      </a:solidFill>
                    </a:endParaRPr>
                  </a:p>
                  <a:p>
                    <a:endParaRPr lang="en-US" altLang="zh-CN" sz="800" b="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FF484414-E96C-00A8-EADA-F06D74384F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6284" y="1969468"/>
                    <a:ext cx="864577" cy="33855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文本框 66">
                    <a:extLst>
                      <a:ext uri="{FF2B5EF4-FFF2-40B4-BE49-F238E27FC236}">
                        <a16:creationId xmlns:a16="http://schemas.microsoft.com/office/drawing/2014/main" id="{8DC6F4F7-F995-4226-14C1-C51EEBAAC6C1}"/>
                      </a:ext>
                    </a:extLst>
                  </p:cNvPr>
                  <p:cNvSpPr txBox="1"/>
                  <p:nvPr/>
                </p:nvSpPr>
                <p:spPr>
                  <a:xfrm>
                    <a:off x="3235407" y="2295860"/>
                    <a:ext cx="304880" cy="21544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zh-CN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7" name="文本框 36">
                    <a:extLst>
                      <a:ext uri="{FF2B5EF4-FFF2-40B4-BE49-F238E27FC236}">
                        <a16:creationId xmlns:a16="http://schemas.microsoft.com/office/drawing/2014/main" id="{0E19E681-2404-F0CE-873B-C5BA6729B5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35407" y="2295860"/>
                    <a:ext cx="304880" cy="21544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8" name="右大括号 67">
                <a:extLst>
                  <a:ext uri="{FF2B5EF4-FFF2-40B4-BE49-F238E27FC236}">
                    <a16:creationId xmlns:a16="http://schemas.microsoft.com/office/drawing/2014/main" id="{447AAEB2-4970-342F-528D-333F7F216E8D}"/>
                  </a:ext>
                </a:extLst>
              </p:cNvPr>
              <p:cNvSpPr/>
              <p:nvPr/>
            </p:nvSpPr>
            <p:spPr>
              <a:xfrm>
                <a:off x="3104729" y="1685079"/>
                <a:ext cx="113739" cy="771878"/>
              </a:xfrm>
              <a:prstGeom prst="rightBrac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右大括号 69">
                <a:extLst>
                  <a:ext uri="{FF2B5EF4-FFF2-40B4-BE49-F238E27FC236}">
                    <a16:creationId xmlns:a16="http://schemas.microsoft.com/office/drawing/2014/main" id="{8C912A0B-AC5F-7CBE-CBA5-123ADA57D9E9}"/>
                  </a:ext>
                </a:extLst>
              </p:cNvPr>
              <p:cNvSpPr/>
              <p:nvPr/>
            </p:nvSpPr>
            <p:spPr>
              <a:xfrm rot="10800000">
                <a:off x="2279869" y="1688255"/>
                <a:ext cx="113739" cy="771878"/>
              </a:xfrm>
              <a:prstGeom prst="rightBrac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71" name="直接箭头连接符 70">
                <a:extLst>
                  <a:ext uri="{FF2B5EF4-FFF2-40B4-BE49-F238E27FC236}">
                    <a16:creationId xmlns:a16="http://schemas.microsoft.com/office/drawing/2014/main" id="{F530CA6A-43C3-6306-777E-7A242D9CFA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36738" y="2618089"/>
                <a:ext cx="971189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sysDash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3FE40CB1-3C37-BEDB-1B73-F22C62F7D70E}"/>
                  </a:ext>
                </a:extLst>
              </p:cNvPr>
              <p:cNvSpPr txBox="1"/>
              <p:nvPr/>
            </p:nvSpPr>
            <p:spPr>
              <a:xfrm>
                <a:off x="2674716" y="2669318"/>
                <a:ext cx="36094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</a:t>
                </a:r>
                <a:endParaRPr lang="zh-CN" alt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文本框 72">
                    <a:extLst>
                      <a:ext uri="{FF2B5EF4-FFF2-40B4-BE49-F238E27FC236}">
                        <a16:creationId xmlns:a16="http://schemas.microsoft.com/office/drawing/2014/main" id="{C4BB98DB-7682-399C-E70A-4FE3AEBF1AC3}"/>
                      </a:ext>
                    </a:extLst>
                  </p:cNvPr>
                  <p:cNvSpPr txBox="1"/>
                  <p:nvPr/>
                </p:nvSpPr>
                <p:spPr>
                  <a:xfrm>
                    <a:off x="2227389" y="1398650"/>
                    <a:ext cx="169394" cy="21544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107" name="文本框 106">
                    <a:extLst>
                      <a:ext uri="{FF2B5EF4-FFF2-40B4-BE49-F238E27FC236}">
                        <a16:creationId xmlns:a16="http://schemas.microsoft.com/office/drawing/2014/main" id="{D5D3B452-CC58-C4F4-5EF9-966E2202D1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27389" y="1398650"/>
                    <a:ext cx="169394" cy="21544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35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F6BB740C-B46A-D02E-90E6-3B81E8BC245F}"/>
                </a:ext>
              </a:extLst>
            </p:cNvPr>
            <p:cNvGrpSpPr/>
            <p:nvPr/>
          </p:nvGrpSpPr>
          <p:grpSpPr>
            <a:xfrm>
              <a:off x="3551785" y="1503655"/>
              <a:ext cx="1486506" cy="1498278"/>
              <a:chOff x="4219501" y="1368490"/>
              <a:chExt cx="1486506" cy="14982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文本框 27">
                    <a:extLst>
                      <a:ext uri="{FF2B5EF4-FFF2-40B4-BE49-F238E27FC236}">
                        <a16:creationId xmlns:a16="http://schemas.microsoft.com/office/drawing/2014/main" id="{CA84CE19-ACA8-BECF-D8AA-764A4FDB8506}"/>
                      </a:ext>
                    </a:extLst>
                  </p:cNvPr>
                  <p:cNvSpPr txBox="1"/>
                  <p:nvPr/>
                </p:nvSpPr>
                <p:spPr>
                  <a:xfrm>
                    <a:off x="4444234" y="2431999"/>
                    <a:ext cx="1259578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Randomly sample a time step </a:t>
                    </a:r>
                    <a14:m>
                      <m:oMath xmlns:m="http://schemas.openxmlformats.org/officeDocument/2006/math">
                        <m:r>
                          <a:rPr lang="en-US" altLang="zh-CN" sz="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a14:m>
                    <a:endParaRPr lang="zh-CN" altLang="en-US" sz="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7" name="文本框 96">
                    <a:extLst>
                      <a:ext uri="{FF2B5EF4-FFF2-40B4-BE49-F238E27FC236}">
                        <a16:creationId xmlns:a16="http://schemas.microsoft.com/office/drawing/2014/main" id="{38C933E7-CD25-E48A-4160-2FBE9B0C4F1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4234" y="2431999"/>
                    <a:ext cx="1259578" cy="18466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文本框 28">
                    <a:extLst>
                      <a:ext uri="{FF2B5EF4-FFF2-40B4-BE49-F238E27FC236}">
                        <a16:creationId xmlns:a16="http://schemas.microsoft.com/office/drawing/2014/main" id="{85FC259A-B756-C941-850C-6A25F1683365}"/>
                      </a:ext>
                    </a:extLst>
                  </p:cNvPr>
                  <p:cNvSpPr txBox="1"/>
                  <p:nvPr/>
                </p:nvSpPr>
                <p:spPr>
                  <a:xfrm>
                    <a:off x="4358263" y="2573970"/>
                    <a:ext cx="1259578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𝐸𝑢𝑙𝑒𝑟</m:t>
                          </m:r>
                        </m:oMath>
                      </m:oMathPara>
                    </a14:m>
                    <a:endParaRPr lang="zh-CN" altLang="en-US" sz="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8" name="文本框 97">
                    <a:extLst>
                      <a:ext uri="{FF2B5EF4-FFF2-40B4-BE49-F238E27FC236}">
                        <a16:creationId xmlns:a16="http://schemas.microsoft.com/office/drawing/2014/main" id="{3E013871-7E84-9085-9166-FEFE99FE5A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8263" y="2573970"/>
                    <a:ext cx="1259578" cy="184666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文本框 29">
                    <a:extLst>
                      <a:ext uri="{FF2B5EF4-FFF2-40B4-BE49-F238E27FC236}">
                        <a16:creationId xmlns:a16="http://schemas.microsoft.com/office/drawing/2014/main" id="{700C7AB1-1151-0148-90C3-46868929ED88}"/>
                      </a:ext>
                    </a:extLst>
                  </p:cNvPr>
                  <p:cNvSpPr txBox="1"/>
                  <p:nvPr/>
                </p:nvSpPr>
                <p:spPr>
                  <a:xfrm>
                    <a:off x="4678694" y="2154435"/>
                    <a:ext cx="864577" cy="2940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altLang="zh-CN" sz="7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7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𝑋𝑡</m:t>
                              </m:r>
                              <m:r>
                                <a:rPr lang="en-US" altLang="zh-CN" sz="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altLang="zh-CN" sz="700" dirty="0">
                                  <a:solidFill>
                                    <a:schemeClr val="tx1"/>
                                  </a:solidFill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US" altLang="zh-CN" sz="7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oMath>
                      </m:oMathPara>
                    </a14:m>
                    <a:endParaRPr lang="en-US" altLang="zh-CN" sz="800" b="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文本框 55">
                    <a:extLst>
                      <a:ext uri="{FF2B5EF4-FFF2-40B4-BE49-F238E27FC236}">
                        <a16:creationId xmlns:a16="http://schemas.microsoft.com/office/drawing/2014/main" id="{227F91EF-1865-2BCD-239D-19245D1F0F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78694" y="2154435"/>
                    <a:ext cx="864577" cy="294055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1" name="直接箭头连接符 30">
                <a:extLst>
                  <a:ext uri="{FF2B5EF4-FFF2-40B4-BE49-F238E27FC236}">
                    <a16:creationId xmlns:a16="http://schemas.microsoft.com/office/drawing/2014/main" id="{F95D0709-E7CF-144C-FF12-54CC9BE1CE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1918" y="2442140"/>
                <a:ext cx="1080000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A7A14F42-9F61-2717-B039-B5F11D2DF4E2}"/>
                  </a:ext>
                </a:extLst>
              </p:cNvPr>
              <p:cNvCxnSpPr/>
              <p:nvPr/>
            </p:nvCxnSpPr>
            <p:spPr>
              <a:xfrm flipV="1">
                <a:off x="4557210" y="1368490"/>
                <a:ext cx="0" cy="108000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61442745-7CEA-FF1B-504D-71050386F026}"/>
                  </a:ext>
                </a:extLst>
              </p:cNvPr>
              <p:cNvCxnSpPr/>
              <p:nvPr/>
            </p:nvCxnSpPr>
            <p:spPr>
              <a:xfrm flipV="1">
                <a:off x="4560915" y="1663910"/>
                <a:ext cx="714295" cy="771881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4826FE2E-E024-DCD8-B914-B70E6FB5C6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62503" y="1667085"/>
                <a:ext cx="711120" cy="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4A904C25-435C-F195-EC4A-75E2AFF661C2}"/>
                  </a:ext>
                </a:extLst>
              </p:cNvPr>
              <p:cNvCxnSpPr/>
              <p:nvPr/>
            </p:nvCxnSpPr>
            <p:spPr>
              <a:xfrm>
                <a:off x="5273623" y="1663910"/>
                <a:ext cx="0" cy="771881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文本框 42">
                    <a:extLst>
                      <a:ext uri="{FF2B5EF4-FFF2-40B4-BE49-F238E27FC236}">
                        <a16:creationId xmlns:a16="http://schemas.microsoft.com/office/drawing/2014/main" id="{5CE0321D-4D36-7ED6-E0A5-F150A39181E1}"/>
                      </a:ext>
                    </a:extLst>
                  </p:cNvPr>
                  <p:cNvSpPr txBox="1"/>
                  <p:nvPr/>
                </p:nvSpPr>
                <p:spPr>
                  <a:xfrm>
                    <a:off x="4219501" y="1556447"/>
                    <a:ext cx="304880" cy="21544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oMath>
                      </m:oMathPara>
                    </a14:m>
                    <a:endParaRPr lang="zh-CN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8" name="文本框 87">
                    <a:extLst>
                      <a:ext uri="{FF2B5EF4-FFF2-40B4-BE49-F238E27FC236}">
                        <a16:creationId xmlns:a16="http://schemas.microsoft.com/office/drawing/2014/main" id="{1611CF8F-7A9A-7044-7968-3DF3B464961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19501" y="1556447"/>
                    <a:ext cx="304880" cy="21544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文本框 43">
                    <a:extLst>
                      <a:ext uri="{FF2B5EF4-FFF2-40B4-BE49-F238E27FC236}">
                        <a16:creationId xmlns:a16="http://schemas.microsoft.com/office/drawing/2014/main" id="{C46C56BB-8C94-952F-FC8C-88E94E256297}"/>
                      </a:ext>
                    </a:extLst>
                  </p:cNvPr>
                  <p:cNvSpPr txBox="1"/>
                  <p:nvPr/>
                </p:nvSpPr>
                <p:spPr>
                  <a:xfrm>
                    <a:off x="4259554" y="2357366"/>
                    <a:ext cx="304880" cy="21544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800" b="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9" name="文本框 88">
                    <a:extLst>
                      <a:ext uri="{FF2B5EF4-FFF2-40B4-BE49-F238E27FC236}">
                        <a16:creationId xmlns:a16="http://schemas.microsoft.com/office/drawing/2014/main" id="{443D7046-4860-27C1-24D2-955BF5B3FDC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59554" y="2357366"/>
                    <a:ext cx="304880" cy="215444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文本框 44">
                    <a:extLst>
                      <a:ext uri="{FF2B5EF4-FFF2-40B4-BE49-F238E27FC236}">
                        <a16:creationId xmlns:a16="http://schemas.microsoft.com/office/drawing/2014/main" id="{317C9716-6D64-BE09-5F73-4CEB56D03D86}"/>
                      </a:ext>
                    </a:extLst>
                  </p:cNvPr>
                  <p:cNvSpPr txBox="1"/>
                  <p:nvPr/>
                </p:nvSpPr>
                <p:spPr>
                  <a:xfrm>
                    <a:off x="4236456" y="1926610"/>
                    <a:ext cx="304880" cy="21544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800" b="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0" name="文本框 89">
                    <a:extLst>
                      <a:ext uri="{FF2B5EF4-FFF2-40B4-BE49-F238E27FC236}">
                        <a16:creationId xmlns:a16="http://schemas.microsoft.com/office/drawing/2014/main" id="{0D3674B2-5B15-B38A-DFBD-3390A1986C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36456" y="1926610"/>
                    <a:ext cx="304880" cy="21544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D79C8900-69D8-D367-7914-A03AEC155663}"/>
                      </a:ext>
                    </a:extLst>
                  </p:cNvPr>
                  <p:cNvSpPr txBox="1"/>
                  <p:nvPr/>
                </p:nvSpPr>
                <p:spPr>
                  <a:xfrm>
                    <a:off x="5401127" y="2277866"/>
                    <a:ext cx="304880" cy="21544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zh-CN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2" name="文本框 91">
                    <a:extLst>
                      <a:ext uri="{FF2B5EF4-FFF2-40B4-BE49-F238E27FC236}">
                        <a16:creationId xmlns:a16="http://schemas.microsoft.com/office/drawing/2014/main" id="{EE3D09A4-E877-F902-A613-D3287F9D15E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01127" y="2277866"/>
                    <a:ext cx="304880" cy="215444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8" name="右大括号 47">
                <a:extLst>
                  <a:ext uri="{FF2B5EF4-FFF2-40B4-BE49-F238E27FC236}">
                    <a16:creationId xmlns:a16="http://schemas.microsoft.com/office/drawing/2014/main" id="{C34AFAB4-E9AC-B9CB-86A3-8C1CD54B3822}"/>
                  </a:ext>
                </a:extLst>
              </p:cNvPr>
              <p:cNvSpPr/>
              <p:nvPr/>
            </p:nvSpPr>
            <p:spPr>
              <a:xfrm rot="10800000">
                <a:off x="4445589" y="1670261"/>
                <a:ext cx="113739" cy="771878"/>
              </a:xfrm>
              <a:prstGeom prst="rightBrac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9" name="直接箭头连接符 48">
                <a:extLst>
                  <a:ext uri="{FF2B5EF4-FFF2-40B4-BE49-F238E27FC236}">
                    <a16:creationId xmlns:a16="http://schemas.microsoft.com/office/drawing/2014/main" id="{F621BA1F-8721-B1CF-EBF9-5AB68EFFB8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02458" y="2600095"/>
                <a:ext cx="971189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sysDash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1E95ED2B-238E-ADEC-AC5A-817E798F5392}"/>
                  </a:ext>
                </a:extLst>
              </p:cNvPr>
              <p:cNvSpPr txBox="1"/>
              <p:nvPr/>
            </p:nvSpPr>
            <p:spPr>
              <a:xfrm>
                <a:off x="4840436" y="2651324"/>
                <a:ext cx="36094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</a:t>
                </a:r>
                <a:endParaRPr lang="zh-CN" alt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E80AB160-2987-6506-97AD-25DCB178F8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9328" y="2168514"/>
                <a:ext cx="238732" cy="0"/>
              </a:xfrm>
              <a:prstGeom prst="line">
                <a:avLst/>
              </a:prstGeom>
              <a:ln>
                <a:prstDash val="sysDash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215E0169-B6C1-CD6B-5CA8-5F319F7A99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98060" y="2172747"/>
                <a:ext cx="0" cy="259252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53" name="右大括号 52">
                <a:extLst>
                  <a:ext uri="{FF2B5EF4-FFF2-40B4-BE49-F238E27FC236}">
                    <a16:creationId xmlns:a16="http://schemas.microsoft.com/office/drawing/2014/main" id="{0C2CA0EC-F73D-E8D3-EC68-C25F165AAF80}"/>
                  </a:ext>
                </a:extLst>
              </p:cNvPr>
              <p:cNvSpPr/>
              <p:nvPr/>
            </p:nvSpPr>
            <p:spPr>
              <a:xfrm>
                <a:off x="4798060" y="2168514"/>
                <a:ext cx="127500" cy="272571"/>
              </a:xfrm>
              <a:prstGeom prst="rightBrac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文本框 53">
                    <a:extLst>
                      <a:ext uri="{FF2B5EF4-FFF2-40B4-BE49-F238E27FC236}">
                        <a16:creationId xmlns:a16="http://schemas.microsoft.com/office/drawing/2014/main" id="{CFD00BDC-8FF2-557D-3E8D-8B2666CE022C}"/>
                      </a:ext>
                    </a:extLst>
                  </p:cNvPr>
                  <p:cNvSpPr txBox="1"/>
                  <p:nvPr/>
                </p:nvSpPr>
                <p:spPr>
                  <a:xfrm>
                    <a:off x="4381965" y="1401469"/>
                    <a:ext cx="169394" cy="21544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108" name="文本框 107">
                    <a:extLst>
                      <a:ext uri="{FF2B5EF4-FFF2-40B4-BE49-F238E27FC236}">
                        <a16:creationId xmlns:a16="http://schemas.microsoft.com/office/drawing/2014/main" id="{76E60755-AAFF-4838-9C4B-3EB4CFE5AB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1965" y="1401469"/>
                    <a:ext cx="169394" cy="21544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35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E42E4EB-B506-972C-16CC-49C8BC78F354}"/>
                </a:ext>
              </a:extLst>
            </p:cNvPr>
            <p:cNvGrpSpPr/>
            <p:nvPr/>
          </p:nvGrpSpPr>
          <p:grpSpPr>
            <a:xfrm>
              <a:off x="5077178" y="1503655"/>
              <a:ext cx="1797080" cy="1493978"/>
              <a:chOff x="5899341" y="2877922"/>
              <a:chExt cx="1797080" cy="14939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065254FC-0C3C-285F-24ED-E283C7BB1284}"/>
                      </a:ext>
                    </a:extLst>
                  </p:cNvPr>
                  <p:cNvSpPr txBox="1"/>
                  <p:nvPr/>
                </p:nvSpPr>
                <p:spPr>
                  <a:xfrm>
                    <a:off x="6124074" y="3941431"/>
                    <a:ext cx="1259578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Randomly sample a </a:t>
                    </a:r>
                    <a:r>
                      <a:rPr lang="en-US" altLang="zh-CN" sz="6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p</a:t>
                    </a: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6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osition</m:t>
                        </m:r>
                        <m:r>
                          <a:rPr lang="en-US" altLang="zh-CN" sz="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a14:m>
                    <a:endParaRPr lang="zh-CN" altLang="en-US" sz="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61" name="文本框 160">
                    <a:extLst>
                      <a:ext uri="{FF2B5EF4-FFF2-40B4-BE49-F238E27FC236}">
                        <a16:creationId xmlns:a16="http://schemas.microsoft.com/office/drawing/2014/main" id="{75717A3A-B700-BC56-0803-86EBFC929C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24074" y="3941431"/>
                    <a:ext cx="1259578" cy="184666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" name="直接箭头连接符 7">
                <a:extLst>
                  <a:ext uri="{FF2B5EF4-FFF2-40B4-BE49-F238E27FC236}">
                    <a16:creationId xmlns:a16="http://schemas.microsoft.com/office/drawing/2014/main" id="{3D837059-B525-C986-5564-5A1DAD1EB8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31758" y="3951572"/>
                <a:ext cx="1080000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箭头连接符 8">
                <a:extLst>
                  <a:ext uri="{FF2B5EF4-FFF2-40B4-BE49-F238E27FC236}">
                    <a16:creationId xmlns:a16="http://schemas.microsoft.com/office/drawing/2014/main" id="{3635A14C-9757-C375-5768-4A507C572001}"/>
                  </a:ext>
                </a:extLst>
              </p:cNvPr>
              <p:cNvCxnSpPr/>
              <p:nvPr/>
            </p:nvCxnSpPr>
            <p:spPr>
              <a:xfrm flipV="1">
                <a:off x="6237050" y="2877922"/>
                <a:ext cx="0" cy="108000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4CC19542-57C3-AEA9-6BDE-D63A5B44D92F}"/>
                  </a:ext>
                </a:extLst>
              </p:cNvPr>
              <p:cNvCxnSpPr/>
              <p:nvPr/>
            </p:nvCxnSpPr>
            <p:spPr>
              <a:xfrm flipV="1">
                <a:off x="6242343" y="3173342"/>
                <a:ext cx="714295" cy="771881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B017DF05-CCC8-BF74-9215-134E7D88DD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42343" y="3176517"/>
                <a:ext cx="711120" cy="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662ED480-1714-6BE5-4AB8-EBC34B6134BC}"/>
                  </a:ext>
                </a:extLst>
              </p:cNvPr>
              <p:cNvCxnSpPr/>
              <p:nvPr/>
            </p:nvCxnSpPr>
            <p:spPr>
              <a:xfrm>
                <a:off x="6953463" y="3173342"/>
                <a:ext cx="0" cy="771881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1B5EA769-F079-7C7D-64F5-17F5DA06FE5B}"/>
                      </a:ext>
                    </a:extLst>
                  </p:cNvPr>
                  <p:cNvSpPr txBox="1"/>
                  <p:nvPr/>
                </p:nvSpPr>
                <p:spPr>
                  <a:xfrm>
                    <a:off x="5899341" y="3065879"/>
                    <a:ext cx="304880" cy="21544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oMath>
                      </m:oMathPara>
                    </a14:m>
                    <a:endParaRPr lang="zh-CN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8" name="文本框 167">
                    <a:extLst>
                      <a:ext uri="{FF2B5EF4-FFF2-40B4-BE49-F238E27FC236}">
                        <a16:creationId xmlns:a16="http://schemas.microsoft.com/office/drawing/2014/main" id="{2A1D3C2D-BB74-FE80-448A-11535E2AB1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99341" y="3065879"/>
                    <a:ext cx="304880" cy="21544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文本框 14">
                    <a:extLst>
                      <a:ext uri="{FF2B5EF4-FFF2-40B4-BE49-F238E27FC236}">
                        <a16:creationId xmlns:a16="http://schemas.microsoft.com/office/drawing/2014/main" id="{F9CA6AE9-18EC-6575-5BBB-74EFFBB50688}"/>
                      </a:ext>
                    </a:extLst>
                  </p:cNvPr>
                  <p:cNvSpPr txBox="1"/>
                  <p:nvPr/>
                </p:nvSpPr>
                <p:spPr>
                  <a:xfrm>
                    <a:off x="5939394" y="3866798"/>
                    <a:ext cx="304880" cy="21544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800" b="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9" name="文本框 168">
                    <a:extLst>
                      <a:ext uri="{FF2B5EF4-FFF2-40B4-BE49-F238E27FC236}">
                        <a16:creationId xmlns:a16="http://schemas.microsoft.com/office/drawing/2014/main" id="{922654D4-F4EF-00BE-D6AB-4B45BAE331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39394" y="3866798"/>
                    <a:ext cx="304880" cy="215444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文本框 15">
                    <a:extLst>
                      <a:ext uri="{FF2B5EF4-FFF2-40B4-BE49-F238E27FC236}">
                        <a16:creationId xmlns:a16="http://schemas.microsoft.com/office/drawing/2014/main" id="{09D5610F-7778-A604-EFBE-823C38A17AC0}"/>
                      </a:ext>
                    </a:extLst>
                  </p:cNvPr>
                  <p:cNvSpPr txBox="1"/>
                  <p:nvPr/>
                </p:nvSpPr>
                <p:spPr>
                  <a:xfrm>
                    <a:off x="5916296" y="3436042"/>
                    <a:ext cx="304880" cy="21544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800" b="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0" name="文本框 169">
                    <a:extLst>
                      <a:ext uri="{FF2B5EF4-FFF2-40B4-BE49-F238E27FC236}">
                        <a16:creationId xmlns:a16="http://schemas.microsoft.com/office/drawing/2014/main" id="{A19DDFF7-10C7-DF4C-844A-A93C82E9668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16296" y="3436042"/>
                    <a:ext cx="304880" cy="21544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8C2CB3B1-B273-FC9C-2EB9-C1E0B1EA6897}"/>
                      </a:ext>
                    </a:extLst>
                  </p:cNvPr>
                  <p:cNvSpPr txBox="1"/>
                  <p:nvPr/>
                </p:nvSpPr>
                <p:spPr>
                  <a:xfrm>
                    <a:off x="6831844" y="3460906"/>
                    <a:ext cx="864577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800" b="0" dirty="0">
                      <a:solidFill>
                        <a:schemeClr val="tx1"/>
                      </a:solidFill>
                    </a:endParaRPr>
                  </a:p>
                  <a:p>
                    <a:endParaRPr lang="en-US" altLang="zh-CN" sz="800" b="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1" name="文本框 170">
                    <a:extLst>
                      <a:ext uri="{FF2B5EF4-FFF2-40B4-BE49-F238E27FC236}">
                        <a16:creationId xmlns:a16="http://schemas.microsoft.com/office/drawing/2014/main" id="{2216F97D-CC41-08F2-F25B-524CB090541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31844" y="3460906"/>
                    <a:ext cx="864577" cy="338554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文本框 17">
                    <a:extLst>
                      <a:ext uri="{FF2B5EF4-FFF2-40B4-BE49-F238E27FC236}">
                        <a16:creationId xmlns:a16="http://schemas.microsoft.com/office/drawing/2014/main" id="{2BAA8DFE-B308-8F61-20E1-BC9C37961AAC}"/>
                      </a:ext>
                    </a:extLst>
                  </p:cNvPr>
                  <p:cNvSpPr txBox="1"/>
                  <p:nvPr/>
                </p:nvSpPr>
                <p:spPr>
                  <a:xfrm>
                    <a:off x="7080967" y="3787298"/>
                    <a:ext cx="304880" cy="21544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zh-CN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2" name="文本框 171">
                    <a:extLst>
                      <a:ext uri="{FF2B5EF4-FFF2-40B4-BE49-F238E27FC236}">
                        <a16:creationId xmlns:a16="http://schemas.microsoft.com/office/drawing/2014/main" id="{A3CFD69D-C2ED-85D3-E48A-8496813A54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80967" y="3787298"/>
                    <a:ext cx="304880" cy="215444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右大括号 18">
                <a:extLst>
                  <a:ext uri="{FF2B5EF4-FFF2-40B4-BE49-F238E27FC236}">
                    <a16:creationId xmlns:a16="http://schemas.microsoft.com/office/drawing/2014/main" id="{9C3323B8-654A-44FB-5B93-2B6AEFF9909B}"/>
                  </a:ext>
                </a:extLst>
              </p:cNvPr>
              <p:cNvSpPr/>
              <p:nvPr/>
            </p:nvSpPr>
            <p:spPr>
              <a:xfrm>
                <a:off x="6950289" y="3176517"/>
                <a:ext cx="113739" cy="771878"/>
              </a:xfrm>
              <a:prstGeom prst="rightBrac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右大括号 20">
                <a:extLst>
                  <a:ext uri="{FF2B5EF4-FFF2-40B4-BE49-F238E27FC236}">
                    <a16:creationId xmlns:a16="http://schemas.microsoft.com/office/drawing/2014/main" id="{19F2A224-6909-AE6D-B8CA-C6458C73E93C}"/>
                  </a:ext>
                </a:extLst>
              </p:cNvPr>
              <p:cNvSpPr/>
              <p:nvPr/>
            </p:nvSpPr>
            <p:spPr>
              <a:xfrm rot="10800000">
                <a:off x="6125429" y="3179693"/>
                <a:ext cx="113739" cy="771878"/>
              </a:xfrm>
              <a:prstGeom prst="rightBrac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8490E93-FC52-478B-1C5E-E1FB8D55943B}"/>
                  </a:ext>
                </a:extLst>
              </p:cNvPr>
              <p:cNvSpPr txBox="1"/>
              <p:nvPr/>
            </p:nvSpPr>
            <p:spPr>
              <a:xfrm>
                <a:off x="6531831" y="4156456"/>
                <a:ext cx="36094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(c)</a:t>
                </a:r>
                <a:endParaRPr lang="zh-CN" alt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5" name="直接箭头连接符 24">
                <a:extLst>
                  <a:ext uri="{FF2B5EF4-FFF2-40B4-BE49-F238E27FC236}">
                    <a16:creationId xmlns:a16="http://schemas.microsoft.com/office/drawing/2014/main" id="{F1900057-94B2-C0B9-9CBF-6335077924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82298" y="4109527"/>
                <a:ext cx="971189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sysDash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文本框 25">
                    <a:extLst>
                      <a:ext uri="{FF2B5EF4-FFF2-40B4-BE49-F238E27FC236}">
                        <a16:creationId xmlns:a16="http://schemas.microsoft.com/office/drawing/2014/main" id="{C1BD6A9A-1840-E044-248C-1D091E91CD3B}"/>
                      </a:ext>
                    </a:extLst>
                  </p:cNvPr>
                  <p:cNvSpPr txBox="1"/>
                  <p:nvPr/>
                </p:nvSpPr>
                <p:spPr>
                  <a:xfrm>
                    <a:off x="6072949" y="2890088"/>
                    <a:ext cx="169394" cy="21544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177" name="文本框 176">
                    <a:extLst>
                      <a:ext uri="{FF2B5EF4-FFF2-40B4-BE49-F238E27FC236}">
                        <a16:creationId xmlns:a16="http://schemas.microsoft.com/office/drawing/2014/main" id="{0ABB433C-F570-8615-5CCB-D6F253AD30D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72949" y="2890088"/>
                    <a:ext cx="169394" cy="215444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r="-35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01484AF6-C280-9F33-CF8B-B22DF2B83E0A}"/>
                    </a:ext>
                  </a:extLst>
                </p:cNvPr>
                <p:cNvSpPr txBox="1"/>
                <p:nvPr/>
              </p:nvSpPr>
              <p:spPr>
                <a:xfrm>
                  <a:off x="5215940" y="2697107"/>
                  <a:ext cx="1259578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𝐸𝑢𝑙𝑒𝑟</m:t>
                        </m:r>
                      </m:oMath>
                    </m:oMathPara>
                  </a14:m>
                  <a:endParaRPr lang="zh-CN" altLang="en-US" sz="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BE54617D-8BE0-8C9D-4E18-CF9BE21732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5940" y="2697107"/>
                  <a:ext cx="1259578" cy="184666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41879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宽屏</PresentationFormat>
  <Paragraphs>27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雯 张</dc:creator>
  <cp:lastModifiedBy>雯 张</cp:lastModifiedBy>
  <cp:revision>2</cp:revision>
  <dcterms:created xsi:type="dcterms:W3CDTF">2026-07-14T15:30:40Z</dcterms:created>
  <dcterms:modified xsi:type="dcterms:W3CDTF">2026-07-15T04:55:56Z</dcterms:modified>
</cp:coreProperties>
</file>