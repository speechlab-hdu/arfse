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3DEDB1-BEB0-E7EF-8E67-F57C132473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BA07F78-DF79-17A2-DB5B-BA3A8973F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834FA4-C209-2887-46D5-DD6BD07F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DF88C7-60F4-5470-DC26-E39BCE2ED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035E7A-6F76-12E8-A738-AFE39D772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6612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A79DF9-DAF1-416A-1186-70BC81387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1DD259-8946-FD21-81C9-12EEDACCC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C7EC0B-CE56-F2F7-1249-725CA6350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AA5060-4E34-2B0E-911E-C035C1B35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35779F-0F90-DCB7-3723-FD8974104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26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F8A460-23B5-D6D8-9A11-E889E3253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365BC8-CC7C-47EF-02F0-012C53F3A9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EF9103-9773-4A89-AF05-2AF61319B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A9458-A56B-BAEF-28AF-57B7D8C9A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83F594-3702-B633-C0DE-6D3F6470B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2155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C4687D-B368-9150-F6AA-E61032C7B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F3A5D5-0FFF-C3A3-308B-186230E6EF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699E243-9844-97A6-D00B-EC0F14400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4EC865-4787-E5A3-65B0-FD16EF03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A118C0-A0E9-E527-A7D4-C2C66D9AA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02819C-CFE5-EC84-2BF3-0E9392B56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706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C9C535-AE93-18B5-DD85-02BD443F7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3C1E1D-F380-5E67-E599-67E5F294F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4FF223-4AD3-C65C-923C-9B8A8E6D0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EEED530-B647-BE16-C2F6-AE21EEEB17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D48C58F-98A2-30C1-064C-AEE348E9A7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6FF6051-652C-C5ED-F94B-CE457B82A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77CB543-09A6-0B61-C68C-AC4299B22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C5C780-5D39-7E0A-27E3-074ABE353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6770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755B96-EA5D-F3FC-7D1E-DB2DCFF9C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C72228C-E677-5F2D-78A5-2A71EAE32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0130210-1225-CDD8-1D48-88937BFC3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3699B73-0631-08C3-E2E9-7F25125F4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1257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D5B6A3F-1E1E-B6E3-7E3B-9D683CF1A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F88F4C-395F-F1D3-F4CF-CCA215747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59A5FB-C4E1-DF16-6C30-4982F036D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247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42BEFF-2FC4-D5B5-CBA7-9153B9BE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FFF8C7-06E4-21E2-F7D9-101E78EF9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D1B32C8-BDE3-CBDD-6D78-16E8F0474A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2E0089-9271-7CC5-952B-9B9D64D9B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83165F-0460-F13E-8707-8D1EA88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FAB580-D1D0-2847-F999-7DBEDCB7D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303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0DF367-7A81-66E2-E573-3710C2F09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B30ED0A-1EBA-DA0F-456B-8DA52C8FE4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3B2D10-D9E3-1EDC-89A1-5E541816F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67B0B4-EFC1-DD3F-A407-C8628B74C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0D3D04-C8BF-58BD-9423-A00DC21A0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D08C44F-8681-EAF5-FD83-6929AF7A2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3728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C278E-26DD-F7D5-2372-B314DEAE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E896F40-7790-3029-14D5-42EBCC50E1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2072CD-3149-1103-15AC-DAD18E75A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A6DCAF-CD1B-98DC-9205-CCFC8A8C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92614F-7F30-2A1B-56F4-31E2CE913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58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0C415DF-D17F-615C-98D6-68000AAFA2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94FC71B-752C-2C66-DF77-DBF113C2A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56A877-C03F-339C-D9F9-F95A57F2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D844E0-49DF-E05A-188C-E6263E5AB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F0B8F3-82C1-127D-69FF-318BFB01C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119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ADB6F6E-B161-A204-5BEC-73DC71367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B1528BA-B4F0-D17F-38A9-21329E7309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CE985-123B-EC7C-3447-7A563AC0A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7AF1D3-8306-4B07-9FD3-AA8FA83997A9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D31435-CFD3-C259-FEF4-E63C057D0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26B46A-90E0-387D-3E2A-233F26CD10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08EEAC-E0FA-455D-B421-D9834FA6823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778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61.png"/><Relationship Id="rId18" Type="http://schemas.openxmlformats.org/officeDocument/2006/relationships/image" Target="../media/image66.png"/><Relationship Id="rId3" Type="http://schemas.openxmlformats.org/officeDocument/2006/relationships/image" Target="../media/image470.png"/><Relationship Id="rId21" Type="http://schemas.openxmlformats.org/officeDocument/2006/relationships/image" Target="../media/image69.png"/><Relationship Id="rId7" Type="http://schemas.openxmlformats.org/officeDocument/2006/relationships/image" Target="../media/image51.png"/><Relationship Id="rId12" Type="http://schemas.openxmlformats.org/officeDocument/2006/relationships/image" Target="../media/image60.png"/><Relationship Id="rId17" Type="http://schemas.openxmlformats.org/officeDocument/2006/relationships/image" Target="../media/image65.png"/><Relationship Id="rId2" Type="http://schemas.openxmlformats.org/officeDocument/2006/relationships/image" Target="../media/image460.png"/><Relationship Id="rId16" Type="http://schemas.openxmlformats.org/officeDocument/2006/relationships/image" Target="../media/image6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9.png"/><Relationship Id="rId5" Type="http://schemas.openxmlformats.org/officeDocument/2006/relationships/image" Target="../media/image49.png"/><Relationship Id="rId15" Type="http://schemas.openxmlformats.org/officeDocument/2006/relationships/image" Target="../media/image63.png"/><Relationship Id="rId10" Type="http://schemas.openxmlformats.org/officeDocument/2006/relationships/image" Target="../media/image58.png"/><Relationship Id="rId19" Type="http://schemas.openxmlformats.org/officeDocument/2006/relationships/image" Target="../media/image67.png"/><Relationship Id="rId4" Type="http://schemas.openxmlformats.org/officeDocument/2006/relationships/image" Target="../media/image48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组合 180">
            <a:extLst>
              <a:ext uri="{FF2B5EF4-FFF2-40B4-BE49-F238E27FC236}">
                <a16:creationId xmlns:a16="http://schemas.microsoft.com/office/drawing/2014/main" id="{D24B4AAA-DA50-02ED-7B9E-1109285FDA9D}"/>
              </a:ext>
            </a:extLst>
          </p:cNvPr>
          <p:cNvGrpSpPr/>
          <p:nvPr/>
        </p:nvGrpSpPr>
        <p:grpSpPr>
          <a:xfrm>
            <a:off x="1948582" y="1499765"/>
            <a:ext cx="4925676" cy="1502168"/>
            <a:chOff x="2456582" y="1438805"/>
            <a:chExt cx="4925676" cy="1502168"/>
          </a:xfrm>
        </p:grpSpPr>
        <p:grpSp>
          <p:nvGrpSpPr>
            <p:cNvPr id="179" name="组合 178">
              <a:extLst>
                <a:ext uri="{FF2B5EF4-FFF2-40B4-BE49-F238E27FC236}">
                  <a16:creationId xmlns:a16="http://schemas.microsoft.com/office/drawing/2014/main" id="{911560A9-7E62-589B-4BB7-0C17E6BDD782}"/>
                </a:ext>
              </a:extLst>
            </p:cNvPr>
            <p:cNvGrpSpPr/>
            <p:nvPr/>
          </p:nvGrpSpPr>
          <p:grpSpPr>
            <a:xfrm>
              <a:off x="2456582" y="1438805"/>
              <a:ext cx="1797080" cy="1498278"/>
              <a:chOff x="2053781" y="1386484"/>
              <a:chExt cx="1797080" cy="149827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文本框 76">
                    <a:extLst>
                      <a:ext uri="{FF2B5EF4-FFF2-40B4-BE49-F238E27FC236}">
                        <a16:creationId xmlns:a16="http://schemas.microsoft.com/office/drawing/2014/main" id="{7C3FD84C-5CCA-804F-AABF-0C8C152B7B64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14" y="2449993"/>
                    <a:ext cx="1259578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Randomly sample a </a:t>
                    </a:r>
                    <a:r>
                      <a:rPr lang="en-US" altLang="zh-CN" sz="60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time step </a:t>
                    </a:r>
                    <a14:m>
                      <m:oMath xmlns:m="http://schemas.openxmlformats.org/officeDocument/2006/math">
                        <m:r>
                          <a:rPr lang="en-US" altLang="zh-CN" sz="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a14:m>
                    <a:endParaRPr lang="zh-CN" altLang="en-US" sz="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7" name="文本框 76">
                    <a:extLst>
                      <a:ext uri="{FF2B5EF4-FFF2-40B4-BE49-F238E27FC236}">
                        <a16:creationId xmlns:a16="http://schemas.microsoft.com/office/drawing/2014/main" id="{7C3FD84C-5CCA-804F-AABF-0C8C152B7B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14" y="2449993"/>
                    <a:ext cx="1259578" cy="184666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文本框 80">
                    <a:extLst>
                      <a:ext uri="{FF2B5EF4-FFF2-40B4-BE49-F238E27FC236}">
                        <a16:creationId xmlns:a16="http://schemas.microsoft.com/office/drawing/2014/main" id="{F032875E-0F30-AC18-177C-767030B8EC6A}"/>
                      </a:ext>
                    </a:extLst>
                  </p:cNvPr>
                  <p:cNvSpPr txBox="1"/>
                  <p:nvPr/>
                </p:nvSpPr>
                <p:spPr>
                  <a:xfrm>
                    <a:off x="2192543" y="2591964"/>
                    <a:ext cx="1259578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𝐸𝑢𝑙𝑒𝑟</m:t>
                          </m:r>
                        </m:oMath>
                      </m:oMathPara>
                    </a14:m>
                    <a:endParaRPr lang="zh-CN" altLang="en-US" sz="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1" name="文本框 80">
                    <a:extLst>
                      <a:ext uri="{FF2B5EF4-FFF2-40B4-BE49-F238E27FC236}">
                        <a16:creationId xmlns:a16="http://schemas.microsoft.com/office/drawing/2014/main" id="{F032875E-0F30-AC18-177C-767030B8EC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2543" y="2591964"/>
                    <a:ext cx="1259578" cy="18466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5875273A-5162-C1D8-4949-5D66793DC3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86198" y="2460134"/>
                <a:ext cx="1080000" cy="0"/>
              </a:xfrm>
              <a:prstGeom prst="straightConnector1">
                <a:avLst/>
              </a:prstGeom>
              <a:ln w="12700"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998E4C60-0616-6D55-8409-445D62B30B14}"/>
                  </a:ext>
                </a:extLst>
              </p:cNvPr>
              <p:cNvCxnSpPr/>
              <p:nvPr/>
            </p:nvCxnSpPr>
            <p:spPr>
              <a:xfrm flipV="1">
                <a:off x="2391490" y="1386484"/>
                <a:ext cx="0" cy="1080000"/>
              </a:xfrm>
              <a:prstGeom prst="straightConnector1">
                <a:avLst/>
              </a:prstGeom>
              <a:ln w="12700"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接连接符 21">
                <a:extLst>
                  <a:ext uri="{FF2B5EF4-FFF2-40B4-BE49-F238E27FC236}">
                    <a16:creationId xmlns:a16="http://schemas.microsoft.com/office/drawing/2014/main" id="{F192FD77-4358-949F-115A-F94044C53BE1}"/>
                  </a:ext>
                </a:extLst>
              </p:cNvPr>
              <p:cNvCxnSpPr/>
              <p:nvPr/>
            </p:nvCxnSpPr>
            <p:spPr>
              <a:xfrm flipV="1">
                <a:off x="2396783" y="1681904"/>
                <a:ext cx="714295" cy="771881"/>
              </a:xfrm>
              <a:prstGeom prst="lin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FD88EAF5-FE4F-57BB-F03B-C241B0774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96783" y="1685079"/>
                <a:ext cx="711120" cy="0"/>
              </a:xfrm>
              <a:prstGeom prst="line">
                <a:avLst/>
              </a:prstGeom>
              <a:ln w="12700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>
                <a:extLst>
                  <a:ext uri="{FF2B5EF4-FFF2-40B4-BE49-F238E27FC236}">
                    <a16:creationId xmlns:a16="http://schemas.microsoft.com/office/drawing/2014/main" id="{BFD1350A-80D3-F4CF-DB86-CBAE2C1826C9}"/>
                  </a:ext>
                </a:extLst>
              </p:cNvPr>
              <p:cNvCxnSpPr/>
              <p:nvPr/>
            </p:nvCxnSpPr>
            <p:spPr>
              <a:xfrm>
                <a:off x="3107903" y="1681904"/>
                <a:ext cx="0" cy="771881"/>
              </a:xfrm>
              <a:prstGeom prst="line">
                <a:avLst/>
              </a:prstGeom>
              <a:ln w="12700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>
                    <a:extLst>
                      <a:ext uri="{FF2B5EF4-FFF2-40B4-BE49-F238E27FC236}">
                        <a16:creationId xmlns:a16="http://schemas.microsoft.com/office/drawing/2014/main" id="{3A0C99AB-0F4D-E58A-754F-36727D05D8ED}"/>
                      </a:ext>
                    </a:extLst>
                  </p:cNvPr>
                  <p:cNvSpPr txBox="1"/>
                  <p:nvPr/>
                </p:nvSpPr>
                <p:spPr>
                  <a:xfrm>
                    <a:off x="2053781" y="1574441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zh-CN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文本框 32">
                    <a:extLst>
                      <a:ext uri="{FF2B5EF4-FFF2-40B4-BE49-F238E27FC236}">
                        <a16:creationId xmlns:a16="http://schemas.microsoft.com/office/drawing/2014/main" id="{3A0C99AB-0F4D-E58A-754F-36727D05D8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53781" y="1574441"/>
                    <a:ext cx="304880" cy="2154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7CA883FE-4068-A559-9D11-297DD2EE570B}"/>
                      </a:ext>
                    </a:extLst>
                  </p:cNvPr>
                  <p:cNvSpPr txBox="1"/>
                  <p:nvPr/>
                </p:nvSpPr>
                <p:spPr>
                  <a:xfrm>
                    <a:off x="2093834" y="2375360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7CA883FE-4068-A559-9D11-297DD2EE57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93834" y="2375360"/>
                    <a:ext cx="304880" cy="2154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68210F7D-706B-1D6C-853F-19D2977DD0B5}"/>
                      </a:ext>
                    </a:extLst>
                  </p:cNvPr>
                  <p:cNvSpPr txBox="1"/>
                  <p:nvPr/>
                </p:nvSpPr>
                <p:spPr>
                  <a:xfrm>
                    <a:off x="2070736" y="1944604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68210F7D-706B-1D6C-853F-19D2977DD0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0736" y="1944604"/>
                    <a:ext cx="304880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>
                    <a:extLst>
                      <a:ext uri="{FF2B5EF4-FFF2-40B4-BE49-F238E27FC236}">
                        <a16:creationId xmlns:a16="http://schemas.microsoft.com/office/drawing/2014/main" id="{FF484414-E96C-00A8-EADA-F06D74384FC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6284" y="1969468"/>
                    <a:ext cx="86457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  <a:p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文本框 35">
                    <a:extLst>
                      <a:ext uri="{FF2B5EF4-FFF2-40B4-BE49-F238E27FC236}">
                        <a16:creationId xmlns:a16="http://schemas.microsoft.com/office/drawing/2014/main" id="{FF484414-E96C-00A8-EADA-F06D74384F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6284" y="1969468"/>
                    <a:ext cx="864577" cy="3385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0E19E681-2404-F0CE-873B-C5BA6729B57B}"/>
                      </a:ext>
                    </a:extLst>
                  </p:cNvPr>
                  <p:cNvSpPr txBox="1"/>
                  <p:nvPr/>
                </p:nvSpPr>
                <p:spPr>
                  <a:xfrm>
                    <a:off x="3235407" y="2295860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zh-CN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0E19E681-2404-F0CE-873B-C5BA6729B5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35407" y="2295860"/>
                    <a:ext cx="304880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右大括号 39">
                <a:extLst>
                  <a:ext uri="{FF2B5EF4-FFF2-40B4-BE49-F238E27FC236}">
                    <a16:creationId xmlns:a16="http://schemas.microsoft.com/office/drawing/2014/main" id="{55654A33-BC79-F543-F1FE-2C1E8A40F707}"/>
                  </a:ext>
                </a:extLst>
              </p:cNvPr>
              <p:cNvSpPr/>
              <p:nvPr/>
            </p:nvSpPr>
            <p:spPr>
              <a:xfrm>
                <a:off x="3104729" y="1685079"/>
                <a:ext cx="113739" cy="771878"/>
              </a:xfrm>
              <a:prstGeom prst="rightBrac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右大括号 40">
                <a:extLst>
                  <a:ext uri="{FF2B5EF4-FFF2-40B4-BE49-F238E27FC236}">
                    <a16:creationId xmlns:a16="http://schemas.microsoft.com/office/drawing/2014/main" id="{7A102A10-4E4F-A18D-9C70-3A403167C7A8}"/>
                  </a:ext>
                </a:extLst>
              </p:cNvPr>
              <p:cNvSpPr/>
              <p:nvPr/>
            </p:nvSpPr>
            <p:spPr>
              <a:xfrm rot="10800000">
                <a:off x="2279869" y="1688255"/>
                <a:ext cx="113739" cy="771878"/>
              </a:xfrm>
              <a:prstGeom prst="rightBrac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箭头连接符 46">
                <a:extLst>
                  <a:ext uri="{FF2B5EF4-FFF2-40B4-BE49-F238E27FC236}">
                    <a16:creationId xmlns:a16="http://schemas.microsoft.com/office/drawing/2014/main" id="{D125062C-8B35-E6F8-EE46-6CF4E66A4C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36738" y="2618089"/>
                <a:ext cx="97118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C69F8CE3-A09E-E96E-12FD-BABFCDAD60F1}"/>
                  </a:ext>
                </a:extLst>
              </p:cNvPr>
              <p:cNvSpPr txBox="1"/>
              <p:nvPr/>
            </p:nvSpPr>
            <p:spPr>
              <a:xfrm>
                <a:off x="2674716" y="2669318"/>
                <a:ext cx="360941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</a:t>
                </a:r>
                <a:endParaRPr lang="zh-CN" alt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D5D3B452-CC58-C4F4-5EF9-966E2202D110}"/>
                      </a:ext>
                    </a:extLst>
                  </p:cNvPr>
                  <p:cNvSpPr txBox="1"/>
                  <p:nvPr/>
                </p:nvSpPr>
                <p:spPr>
                  <a:xfrm>
                    <a:off x="2227389" y="1398650"/>
                    <a:ext cx="169394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zh-CN" altLang="en-US" dirty="0"/>
                  </a:p>
                </p:txBody>
              </p:sp>
            </mc:Choice>
            <mc:Fallback xmlns=""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D5D3B452-CC58-C4F4-5EF9-966E2202D1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7389" y="1398650"/>
                    <a:ext cx="169394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357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8" name="组合 177">
              <a:extLst>
                <a:ext uri="{FF2B5EF4-FFF2-40B4-BE49-F238E27FC236}">
                  <a16:creationId xmlns:a16="http://schemas.microsoft.com/office/drawing/2014/main" id="{A33495F9-795B-E20D-7031-32E81A9EB5EE}"/>
                </a:ext>
              </a:extLst>
            </p:cNvPr>
            <p:cNvGrpSpPr/>
            <p:nvPr/>
          </p:nvGrpSpPr>
          <p:grpSpPr>
            <a:xfrm>
              <a:off x="4059785" y="1442695"/>
              <a:ext cx="1486506" cy="1498278"/>
              <a:chOff x="4219501" y="1368490"/>
              <a:chExt cx="1486506" cy="149827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文本框 96">
                    <a:extLst>
                      <a:ext uri="{FF2B5EF4-FFF2-40B4-BE49-F238E27FC236}">
                        <a16:creationId xmlns:a16="http://schemas.microsoft.com/office/drawing/2014/main" id="{38C933E7-CD25-E48A-4160-2FBE9B0C4F14}"/>
                      </a:ext>
                    </a:extLst>
                  </p:cNvPr>
                  <p:cNvSpPr txBox="1"/>
                  <p:nvPr/>
                </p:nvSpPr>
                <p:spPr>
                  <a:xfrm>
                    <a:off x="4444234" y="2431999"/>
                    <a:ext cx="1259578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Randomly sample a time step </a:t>
                    </a:r>
                    <a14:m>
                      <m:oMath xmlns:m="http://schemas.openxmlformats.org/officeDocument/2006/math">
                        <m:r>
                          <a:rPr lang="en-US" altLang="zh-CN" sz="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a14:m>
                    <a:endParaRPr lang="zh-CN" altLang="en-US" sz="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7" name="文本框 96">
                    <a:extLst>
                      <a:ext uri="{FF2B5EF4-FFF2-40B4-BE49-F238E27FC236}">
                        <a16:creationId xmlns:a16="http://schemas.microsoft.com/office/drawing/2014/main" id="{38C933E7-CD25-E48A-4160-2FBE9B0C4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4234" y="2431999"/>
                    <a:ext cx="125957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3E013871-7E84-9085-9166-FEFE99FE5AD7}"/>
                      </a:ext>
                    </a:extLst>
                  </p:cNvPr>
                  <p:cNvSpPr txBox="1"/>
                  <p:nvPr/>
                </p:nvSpPr>
                <p:spPr>
                  <a:xfrm>
                    <a:off x="4358263" y="2573970"/>
                    <a:ext cx="1259578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𝐸𝑢𝑙𝑒𝑟</m:t>
                          </m:r>
                        </m:oMath>
                      </m:oMathPara>
                    </a14:m>
                    <a:endParaRPr lang="zh-CN" altLang="en-US" sz="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3E013871-7E84-9085-9166-FEFE99FE5A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58263" y="2573970"/>
                    <a:ext cx="1259578" cy="184666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文本框 55">
                    <a:extLst>
                      <a:ext uri="{FF2B5EF4-FFF2-40B4-BE49-F238E27FC236}">
                        <a16:creationId xmlns:a16="http://schemas.microsoft.com/office/drawing/2014/main" id="{227F91EF-1865-2BCD-239D-19245D1F0F0D}"/>
                      </a:ext>
                    </a:extLst>
                  </p:cNvPr>
                  <p:cNvSpPr txBox="1"/>
                  <p:nvPr/>
                </p:nvSpPr>
                <p:spPr>
                  <a:xfrm>
                    <a:off x="4678694" y="2154435"/>
                    <a:ext cx="864577" cy="2940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7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sz="7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𝑋𝑡</m:t>
                              </m:r>
                              <m:r>
                                <a:rPr lang="en-US" altLang="zh-CN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US" altLang="zh-CN" sz="700" dirty="0">
                                  <a:solidFill>
                                    <a:schemeClr val="tx1"/>
                                  </a:solidFill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en-US" altLang="zh-CN" sz="7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文本框 55">
                    <a:extLst>
                      <a:ext uri="{FF2B5EF4-FFF2-40B4-BE49-F238E27FC236}">
                        <a16:creationId xmlns:a16="http://schemas.microsoft.com/office/drawing/2014/main" id="{227F91EF-1865-2BCD-239D-19245D1F0F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78694" y="2154435"/>
                    <a:ext cx="864577" cy="29405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3" name="直接箭头连接符 82">
                <a:extLst>
                  <a:ext uri="{FF2B5EF4-FFF2-40B4-BE49-F238E27FC236}">
                    <a16:creationId xmlns:a16="http://schemas.microsoft.com/office/drawing/2014/main" id="{2E92D6E1-44CD-DA45-1DFB-086B64A95F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1918" y="2442140"/>
                <a:ext cx="1080000" cy="0"/>
              </a:xfrm>
              <a:prstGeom prst="straightConnector1">
                <a:avLst/>
              </a:prstGeom>
              <a:ln w="12700"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箭头连接符 83">
                <a:extLst>
                  <a:ext uri="{FF2B5EF4-FFF2-40B4-BE49-F238E27FC236}">
                    <a16:creationId xmlns:a16="http://schemas.microsoft.com/office/drawing/2014/main" id="{C6AF9AC9-832F-4E33-A207-852B9A3FBD0A}"/>
                  </a:ext>
                </a:extLst>
              </p:cNvPr>
              <p:cNvCxnSpPr/>
              <p:nvPr/>
            </p:nvCxnSpPr>
            <p:spPr>
              <a:xfrm flipV="1">
                <a:off x="4557210" y="1368490"/>
                <a:ext cx="0" cy="1080000"/>
              </a:xfrm>
              <a:prstGeom prst="straightConnector1">
                <a:avLst/>
              </a:prstGeom>
              <a:ln w="12700"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53E9F45-33E2-B4FE-1E5B-077245A418B2}"/>
                  </a:ext>
                </a:extLst>
              </p:cNvPr>
              <p:cNvCxnSpPr/>
              <p:nvPr/>
            </p:nvCxnSpPr>
            <p:spPr>
              <a:xfrm flipV="1">
                <a:off x="4560915" y="1663910"/>
                <a:ext cx="714295" cy="771881"/>
              </a:xfrm>
              <a:prstGeom prst="lin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8F32718E-37C9-CB90-918E-A0443EC0B6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62503" y="1667085"/>
                <a:ext cx="711120" cy="0"/>
              </a:xfrm>
              <a:prstGeom prst="line">
                <a:avLst/>
              </a:prstGeom>
              <a:ln w="12700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01198E43-E901-5EB1-0304-BB792D26B0A5}"/>
                  </a:ext>
                </a:extLst>
              </p:cNvPr>
              <p:cNvCxnSpPr/>
              <p:nvPr/>
            </p:nvCxnSpPr>
            <p:spPr>
              <a:xfrm>
                <a:off x="5273623" y="1663910"/>
                <a:ext cx="0" cy="771881"/>
              </a:xfrm>
              <a:prstGeom prst="line">
                <a:avLst/>
              </a:prstGeom>
              <a:ln w="12700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>
                    <a:extLst>
                      <a:ext uri="{FF2B5EF4-FFF2-40B4-BE49-F238E27FC236}">
                        <a16:creationId xmlns:a16="http://schemas.microsoft.com/office/drawing/2014/main" id="{1611CF8F-7A9A-7044-7968-3DF3B4649613}"/>
                      </a:ext>
                    </a:extLst>
                  </p:cNvPr>
                  <p:cNvSpPr txBox="1"/>
                  <p:nvPr/>
                </p:nvSpPr>
                <p:spPr>
                  <a:xfrm>
                    <a:off x="4219501" y="1556447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zh-CN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8" name="文本框 87">
                    <a:extLst>
                      <a:ext uri="{FF2B5EF4-FFF2-40B4-BE49-F238E27FC236}">
                        <a16:creationId xmlns:a16="http://schemas.microsoft.com/office/drawing/2014/main" id="{1611CF8F-7A9A-7044-7968-3DF3B46496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19501" y="1556447"/>
                    <a:ext cx="304880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443D7046-4860-27C1-24D2-955BF5B3FDC0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554" y="2357366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443D7046-4860-27C1-24D2-955BF5B3FD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554" y="2357366"/>
                    <a:ext cx="30488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0" name="文本框 89">
                    <a:extLst>
                      <a:ext uri="{FF2B5EF4-FFF2-40B4-BE49-F238E27FC236}">
                        <a16:creationId xmlns:a16="http://schemas.microsoft.com/office/drawing/2014/main" id="{0D3674B2-5B15-B38A-DFBD-3390A1986C2C}"/>
                      </a:ext>
                    </a:extLst>
                  </p:cNvPr>
                  <p:cNvSpPr txBox="1"/>
                  <p:nvPr/>
                </p:nvSpPr>
                <p:spPr>
                  <a:xfrm>
                    <a:off x="4236456" y="1926610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0" name="文本框 89">
                    <a:extLst>
                      <a:ext uri="{FF2B5EF4-FFF2-40B4-BE49-F238E27FC236}">
                        <a16:creationId xmlns:a16="http://schemas.microsoft.com/office/drawing/2014/main" id="{0D3674B2-5B15-B38A-DFBD-3390A1986C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36456" y="1926610"/>
                    <a:ext cx="304880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文本框 91">
                    <a:extLst>
                      <a:ext uri="{FF2B5EF4-FFF2-40B4-BE49-F238E27FC236}">
                        <a16:creationId xmlns:a16="http://schemas.microsoft.com/office/drawing/2014/main" id="{EE3D09A4-E877-F902-A613-D3287F9D15E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1127" y="2277866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zh-CN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2" name="文本框 91">
                    <a:extLst>
                      <a:ext uri="{FF2B5EF4-FFF2-40B4-BE49-F238E27FC236}">
                        <a16:creationId xmlns:a16="http://schemas.microsoft.com/office/drawing/2014/main" id="{EE3D09A4-E877-F902-A613-D3287F9D15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01127" y="2277866"/>
                    <a:ext cx="304880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4" name="右大括号 93">
                <a:extLst>
                  <a:ext uri="{FF2B5EF4-FFF2-40B4-BE49-F238E27FC236}">
                    <a16:creationId xmlns:a16="http://schemas.microsoft.com/office/drawing/2014/main" id="{DDC67D15-A50A-A133-D006-2EFD77C201B4}"/>
                  </a:ext>
                </a:extLst>
              </p:cNvPr>
              <p:cNvSpPr/>
              <p:nvPr/>
            </p:nvSpPr>
            <p:spPr>
              <a:xfrm rot="10800000">
                <a:off x="4445589" y="1670261"/>
                <a:ext cx="113739" cy="771878"/>
              </a:xfrm>
              <a:prstGeom prst="rightBrac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5" name="直接箭头连接符 94">
                <a:extLst>
                  <a:ext uri="{FF2B5EF4-FFF2-40B4-BE49-F238E27FC236}">
                    <a16:creationId xmlns:a16="http://schemas.microsoft.com/office/drawing/2014/main" id="{91C576EE-D284-74B3-5DB8-ECBB06E9D57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02458" y="2600095"/>
                <a:ext cx="97118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72D1D412-AE72-E9FE-8CC4-829A823B47C2}"/>
                  </a:ext>
                </a:extLst>
              </p:cNvPr>
              <p:cNvSpPr txBox="1"/>
              <p:nvPr/>
            </p:nvSpPr>
            <p:spPr>
              <a:xfrm>
                <a:off x="4840436" y="2651324"/>
                <a:ext cx="360941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(b)</a:t>
                </a:r>
                <a:endParaRPr lang="zh-CN" alt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00" name="直接连接符 99">
                <a:extLst>
                  <a:ext uri="{FF2B5EF4-FFF2-40B4-BE49-F238E27FC236}">
                    <a16:creationId xmlns:a16="http://schemas.microsoft.com/office/drawing/2014/main" id="{D1837E63-D1C9-3166-F957-F98C2AF143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9328" y="2168514"/>
                <a:ext cx="238732" cy="0"/>
              </a:xfrm>
              <a:prstGeom prst="line">
                <a:avLst/>
              </a:prstGeom>
              <a:ln>
                <a:prstDash val="sysDash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03" name="直接连接符 102">
                <a:extLst>
                  <a:ext uri="{FF2B5EF4-FFF2-40B4-BE49-F238E27FC236}">
                    <a16:creationId xmlns:a16="http://schemas.microsoft.com/office/drawing/2014/main" id="{F77C0489-EE5B-DDB6-B93D-3FB92DF224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98060" y="2172747"/>
                <a:ext cx="0" cy="259252"/>
              </a:xfrm>
              <a:prstGeom prst="line">
                <a:avLst/>
              </a:prstGeom>
              <a:ln w="12700">
                <a:prstDash val="sysDash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106" name="右大括号 105">
                <a:extLst>
                  <a:ext uri="{FF2B5EF4-FFF2-40B4-BE49-F238E27FC236}">
                    <a16:creationId xmlns:a16="http://schemas.microsoft.com/office/drawing/2014/main" id="{B7A1C0FD-0F7F-1305-117D-3FD226FACC2D}"/>
                  </a:ext>
                </a:extLst>
              </p:cNvPr>
              <p:cNvSpPr/>
              <p:nvPr/>
            </p:nvSpPr>
            <p:spPr>
              <a:xfrm>
                <a:off x="4798060" y="2168514"/>
                <a:ext cx="127500" cy="272571"/>
              </a:xfrm>
              <a:prstGeom prst="rightBrac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76E60755-AAFF-4838-9C4B-3EB4CFE5ABAB}"/>
                      </a:ext>
                    </a:extLst>
                  </p:cNvPr>
                  <p:cNvSpPr txBox="1"/>
                  <p:nvPr/>
                </p:nvSpPr>
                <p:spPr>
                  <a:xfrm>
                    <a:off x="4381965" y="1401469"/>
                    <a:ext cx="169394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zh-CN" altLang="en-US" dirty="0"/>
                  </a:p>
                </p:txBody>
              </p:sp>
            </mc:Choice>
            <mc:Fallback xmlns="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76E60755-AAFF-4838-9C4B-3EB4CFE5AB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1965" y="1401469"/>
                    <a:ext cx="169394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357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0" name="组合 179">
              <a:extLst>
                <a:ext uri="{FF2B5EF4-FFF2-40B4-BE49-F238E27FC236}">
                  <a16:creationId xmlns:a16="http://schemas.microsoft.com/office/drawing/2014/main" id="{EF497458-4206-4F21-26B2-B0BFEAEA475C}"/>
                </a:ext>
              </a:extLst>
            </p:cNvPr>
            <p:cNvGrpSpPr/>
            <p:nvPr/>
          </p:nvGrpSpPr>
          <p:grpSpPr>
            <a:xfrm>
              <a:off x="5585178" y="1442695"/>
              <a:ext cx="1797080" cy="1498278"/>
              <a:chOff x="5899341" y="2877922"/>
              <a:chExt cx="1797080" cy="149827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1" name="文本框 160">
                    <a:extLst>
                      <a:ext uri="{FF2B5EF4-FFF2-40B4-BE49-F238E27FC236}">
                        <a16:creationId xmlns:a16="http://schemas.microsoft.com/office/drawing/2014/main" id="{75717A3A-B700-BC56-0803-86EBFC929CAB}"/>
                      </a:ext>
                    </a:extLst>
                  </p:cNvPr>
                  <p:cNvSpPr txBox="1"/>
                  <p:nvPr/>
                </p:nvSpPr>
                <p:spPr>
                  <a:xfrm>
                    <a:off x="6124074" y="3941431"/>
                    <a:ext cx="1259578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Randomly sample a </a:t>
                    </a:r>
                    <a:r>
                      <a:rPr lang="en-US" altLang="zh-CN" sz="600" dirty="0">
                        <a:solidFill>
                          <a:schemeClr val="accent2">
                            <a:lumMod val="7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p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600" b="0" i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osition</m:t>
                        </m:r>
                        <m:r>
                          <a:rPr lang="en-US" altLang="zh-CN" sz="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sz="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a14:m>
                    <a:endParaRPr lang="zh-CN" altLang="en-US" sz="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61" name="文本框 160">
                    <a:extLst>
                      <a:ext uri="{FF2B5EF4-FFF2-40B4-BE49-F238E27FC236}">
                        <a16:creationId xmlns:a16="http://schemas.microsoft.com/office/drawing/2014/main" id="{75717A3A-B700-BC56-0803-86EBFC929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24074" y="3941431"/>
                    <a:ext cx="1259578" cy="184666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2" name="文本框 161">
                    <a:extLst>
                      <a:ext uri="{FF2B5EF4-FFF2-40B4-BE49-F238E27FC236}">
                        <a16:creationId xmlns:a16="http://schemas.microsoft.com/office/drawing/2014/main" id="{7FA563E4-2D40-9D61-0CB3-7269C4825AD9}"/>
                      </a:ext>
                    </a:extLst>
                  </p:cNvPr>
                  <p:cNvSpPr txBox="1"/>
                  <p:nvPr/>
                </p:nvSpPr>
                <p:spPr>
                  <a:xfrm>
                    <a:off x="6038103" y="4083402"/>
                    <a:ext cx="1259578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altLang="zh-CN" sz="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zh-CN" altLang="en-US" sz="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62" name="文本框 161">
                    <a:extLst>
                      <a:ext uri="{FF2B5EF4-FFF2-40B4-BE49-F238E27FC236}">
                        <a16:creationId xmlns:a16="http://schemas.microsoft.com/office/drawing/2014/main" id="{7FA563E4-2D40-9D61-0CB3-7269C4825A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38103" y="4083402"/>
                    <a:ext cx="1259578" cy="184666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3" name="直接箭头连接符 162">
                <a:extLst>
                  <a:ext uri="{FF2B5EF4-FFF2-40B4-BE49-F238E27FC236}">
                    <a16:creationId xmlns:a16="http://schemas.microsoft.com/office/drawing/2014/main" id="{D41A806B-536D-8AB5-750B-F83892D46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31758" y="3951572"/>
                <a:ext cx="1080000" cy="0"/>
              </a:xfrm>
              <a:prstGeom prst="straightConnector1">
                <a:avLst/>
              </a:prstGeom>
              <a:ln w="12700"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直接箭头连接符 163">
                <a:extLst>
                  <a:ext uri="{FF2B5EF4-FFF2-40B4-BE49-F238E27FC236}">
                    <a16:creationId xmlns:a16="http://schemas.microsoft.com/office/drawing/2014/main" id="{9AF8A05A-40B5-0215-B4AF-97678862CFFC}"/>
                  </a:ext>
                </a:extLst>
              </p:cNvPr>
              <p:cNvCxnSpPr/>
              <p:nvPr/>
            </p:nvCxnSpPr>
            <p:spPr>
              <a:xfrm flipV="1">
                <a:off x="6237050" y="2877922"/>
                <a:ext cx="0" cy="1080000"/>
              </a:xfrm>
              <a:prstGeom prst="straightConnector1">
                <a:avLst/>
              </a:prstGeom>
              <a:ln w="12700"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直接连接符 164">
                <a:extLst>
                  <a:ext uri="{FF2B5EF4-FFF2-40B4-BE49-F238E27FC236}">
                    <a16:creationId xmlns:a16="http://schemas.microsoft.com/office/drawing/2014/main" id="{F78AE1DE-5845-EE1C-4E66-1A4D1E9454E9}"/>
                  </a:ext>
                </a:extLst>
              </p:cNvPr>
              <p:cNvCxnSpPr/>
              <p:nvPr/>
            </p:nvCxnSpPr>
            <p:spPr>
              <a:xfrm flipV="1">
                <a:off x="6242343" y="3173342"/>
                <a:ext cx="714295" cy="771881"/>
              </a:xfrm>
              <a:prstGeom prst="lin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直接连接符 165">
                <a:extLst>
                  <a:ext uri="{FF2B5EF4-FFF2-40B4-BE49-F238E27FC236}">
                    <a16:creationId xmlns:a16="http://schemas.microsoft.com/office/drawing/2014/main" id="{CBB8EA3A-ACB2-105B-EF7E-1333B96A3F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42343" y="3176517"/>
                <a:ext cx="711120" cy="0"/>
              </a:xfrm>
              <a:prstGeom prst="line">
                <a:avLst/>
              </a:prstGeom>
              <a:ln w="12700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直接连接符 166">
                <a:extLst>
                  <a:ext uri="{FF2B5EF4-FFF2-40B4-BE49-F238E27FC236}">
                    <a16:creationId xmlns:a16="http://schemas.microsoft.com/office/drawing/2014/main" id="{547A4A67-66FF-E91A-4904-A74CB050BBAB}"/>
                  </a:ext>
                </a:extLst>
              </p:cNvPr>
              <p:cNvCxnSpPr/>
              <p:nvPr/>
            </p:nvCxnSpPr>
            <p:spPr>
              <a:xfrm>
                <a:off x="6953463" y="3173342"/>
                <a:ext cx="0" cy="771881"/>
              </a:xfrm>
              <a:prstGeom prst="line">
                <a:avLst/>
              </a:prstGeom>
              <a:ln w="12700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文本框 167">
                    <a:extLst>
                      <a:ext uri="{FF2B5EF4-FFF2-40B4-BE49-F238E27FC236}">
                        <a16:creationId xmlns:a16="http://schemas.microsoft.com/office/drawing/2014/main" id="{2A1D3C2D-BB74-FE80-448A-11535E2AB147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341" y="3065879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zh-CN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8" name="文本框 167">
                    <a:extLst>
                      <a:ext uri="{FF2B5EF4-FFF2-40B4-BE49-F238E27FC236}">
                        <a16:creationId xmlns:a16="http://schemas.microsoft.com/office/drawing/2014/main" id="{2A1D3C2D-BB74-FE80-448A-11535E2AB1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99341" y="3065879"/>
                    <a:ext cx="304880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9" name="文本框 168">
                    <a:extLst>
                      <a:ext uri="{FF2B5EF4-FFF2-40B4-BE49-F238E27FC236}">
                        <a16:creationId xmlns:a16="http://schemas.microsoft.com/office/drawing/2014/main" id="{922654D4-F4EF-00BE-D6AB-4B45BAE3313A}"/>
                      </a:ext>
                    </a:extLst>
                  </p:cNvPr>
                  <p:cNvSpPr txBox="1"/>
                  <p:nvPr/>
                </p:nvSpPr>
                <p:spPr>
                  <a:xfrm>
                    <a:off x="5939394" y="3866798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9" name="文本框 168">
                    <a:extLst>
                      <a:ext uri="{FF2B5EF4-FFF2-40B4-BE49-F238E27FC236}">
                        <a16:creationId xmlns:a16="http://schemas.microsoft.com/office/drawing/2014/main" id="{922654D4-F4EF-00BE-D6AB-4B45BAE331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39394" y="3866798"/>
                    <a:ext cx="30488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文本框 169">
                    <a:extLst>
                      <a:ext uri="{FF2B5EF4-FFF2-40B4-BE49-F238E27FC236}">
                        <a16:creationId xmlns:a16="http://schemas.microsoft.com/office/drawing/2014/main" id="{A19DDFF7-10C7-DF4C-844A-A93C82E96682}"/>
                      </a:ext>
                    </a:extLst>
                  </p:cNvPr>
                  <p:cNvSpPr txBox="1"/>
                  <p:nvPr/>
                </p:nvSpPr>
                <p:spPr>
                  <a:xfrm>
                    <a:off x="5916296" y="3436042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0" name="文本框 169">
                    <a:extLst>
                      <a:ext uri="{FF2B5EF4-FFF2-40B4-BE49-F238E27FC236}">
                        <a16:creationId xmlns:a16="http://schemas.microsoft.com/office/drawing/2014/main" id="{A19DDFF7-10C7-DF4C-844A-A93C82E966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16296" y="3436042"/>
                    <a:ext cx="304880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文本框 170">
                    <a:extLst>
                      <a:ext uri="{FF2B5EF4-FFF2-40B4-BE49-F238E27FC236}">
                        <a16:creationId xmlns:a16="http://schemas.microsoft.com/office/drawing/2014/main" id="{2216F97D-CC41-08F2-F25B-524CB0905414}"/>
                      </a:ext>
                    </a:extLst>
                  </p:cNvPr>
                  <p:cNvSpPr txBox="1"/>
                  <p:nvPr/>
                </p:nvSpPr>
                <p:spPr>
                  <a:xfrm>
                    <a:off x="6831844" y="3460906"/>
                    <a:ext cx="86457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  <a:p>
                    <a:endParaRPr lang="en-US" altLang="zh-CN" sz="800" b="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1" name="文本框 170">
                    <a:extLst>
                      <a:ext uri="{FF2B5EF4-FFF2-40B4-BE49-F238E27FC236}">
                        <a16:creationId xmlns:a16="http://schemas.microsoft.com/office/drawing/2014/main" id="{2216F97D-CC41-08F2-F25B-524CB09054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31844" y="3460906"/>
                    <a:ext cx="864577" cy="33855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2" name="文本框 171">
                    <a:extLst>
                      <a:ext uri="{FF2B5EF4-FFF2-40B4-BE49-F238E27FC236}">
                        <a16:creationId xmlns:a16="http://schemas.microsoft.com/office/drawing/2014/main" id="{A3CFD69D-C2ED-85D3-E48A-8496813A542A}"/>
                      </a:ext>
                    </a:extLst>
                  </p:cNvPr>
                  <p:cNvSpPr txBox="1"/>
                  <p:nvPr/>
                </p:nvSpPr>
                <p:spPr>
                  <a:xfrm>
                    <a:off x="7080967" y="3787298"/>
                    <a:ext cx="304880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zh-CN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2" name="文本框 171">
                    <a:extLst>
                      <a:ext uri="{FF2B5EF4-FFF2-40B4-BE49-F238E27FC236}">
                        <a16:creationId xmlns:a16="http://schemas.microsoft.com/office/drawing/2014/main" id="{A3CFD69D-C2ED-85D3-E48A-8496813A54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80967" y="3787298"/>
                    <a:ext cx="304880" cy="21544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3" name="右大括号 172">
                <a:extLst>
                  <a:ext uri="{FF2B5EF4-FFF2-40B4-BE49-F238E27FC236}">
                    <a16:creationId xmlns:a16="http://schemas.microsoft.com/office/drawing/2014/main" id="{8C67A0CC-DFF3-0E80-4D44-B372CBB0559A}"/>
                  </a:ext>
                </a:extLst>
              </p:cNvPr>
              <p:cNvSpPr/>
              <p:nvPr/>
            </p:nvSpPr>
            <p:spPr>
              <a:xfrm>
                <a:off x="6950289" y="3176517"/>
                <a:ext cx="113739" cy="771878"/>
              </a:xfrm>
              <a:prstGeom prst="rightBrac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右大括号 173">
                <a:extLst>
                  <a:ext uri="{FF2B5EF4-FFF2-40B4-BE49-F238E27FC236}">
                    <a16:creationId xmlns:a16="http://schemas.microsoft.com/office/drawing/2014/main" id="{8EA7AE72-B525-1897-4788-C7C2957522D0}"/>
                  </a:ext>
                </a:extLst>
              </p:cNvPr>
              <p:cNvSpPr/>
              <p:nvPr/>
            </p:nvSpPr>
            <p:spPr>
              <a:xfrm rot="10800000">
                <a:off x="6125429" y="3179693"/>
                <a:ext cx="113739" cy="771878"/>
              </a:xfrm>
              <a:prstGeom prst="rightBrace">
                <a:avLst/>
              </a:prstGeom>
              <a:ln w="127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7095D3C4-FB27-5B1C-B7AF-3D74979414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82298" y="4109527"/>
                <a:ext cx="97118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7A24A96C-4C37-F43E-9BAD-E5007ACECE64}"/>
                  </a:ext>
                </a:extLst>
              </p:cNvPr>
              <p:cNvSpPr txBox="1"/>
              <p:nvPr/>
            </p:nvSpPr>
            <p:spPr>
              <a:xfrm>
                <a:off x="6520276" y="4160756"/>
                <a:ext cx="360941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(c)</a:t>
                </a:r>
                <a:endParaRPr lang="zh-CN" altLang="en-US" sz="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7" name="文本框 176">
                    <a:extLst>
                      <a:ext uri="{FF2B5EF4-FFF2-40B4-BE49-F238E27FC236}">
                        <a16:creationId xmlns:a16="http://schemas.microsoft.com/office/drawing/2014/main" id="{0ABB433C-F570-8615-5CCB-D6F253AD30D3}"/>
                      </a:ext>
                    </a:extLst>
                  </p:cNvPr>
                  <p:cNvSpPr txBox="1"/>
                  <p:nvPr/>
                </p:nvSpPr>
                <p:spPr>
                  <a:xfrm>
                    <a:off x="6072949" y="2890088"/>
                    <a:ext cx="169394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zh-CN" altLang="en-US" dirty="0"/>
                  </a:p>
                </p:txBody>
              </p:sp>
            </mc:Choice>
            <mc:Fallback xmlns="">
              <p:sp>
                <p:nvSpPr>
                  <p:cNvPr id="177" name="文本框 176">
                    <a:extLst>
                      <a:ext uri="{FF2B5EF4-FFF2-40B4-BE49-F238E27FC236}">
                        <a16:creationId xmlns:a16="http://schemas.microsoft.com/office/drawing/2014/main" id="{0ABB433C-F570-8615-5CCB-D6F253AD30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72949" y="2890088"/>
                    <a:ext cx="169394" cy="215444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357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641879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</Words>
  <Application>Microsoft Office PowerPoint</Application>
  <PresentationFormat>宽屏</PresentationFormat>
  <Paragraphs>27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雯 张</dc:creator>
  <cp:lastModifiedBy>雯 张</cp:lastModifiedBy>
  <cp:revision>1</cp:revision>
  <dcterms:created xsi:type="dcterms:W3CDTF">2026-07-14T15:30:40Z</dcterms:created>
  <dcterms:modified xsi:type="dcterms:W3CDTF">2026-07-14T15:30:58Z</dcterms:modified>
</cp:coreProperties>
</file>